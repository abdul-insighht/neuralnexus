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67632"/>
            <a:ext cx="7772400" cy="1470025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rPr dirty="0" err="1"/>
              <a:t>NeuralNexus</a:t>
            </a:r>
            <a:endParaRPr dirty="0"/>
          </a:p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rPr dirty="0"/>
              <a:t>Autonomous Financial Intelligence Fabric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71007"/>
            <a:ext cx="6400800" cy="1752600"/>
          </a:xfrm>
        </p:spPr>
        <p:txBody>
          <a:bodyPr>
            <a:noAutofit/>
          </a:bodyPr>
          <a:lstStyle/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r>
              <a:rPr sz="1800" dirty="0"/>
              <a:t>5 AI Agents That Detect Contradictions, Reconcile Conflicts, Forecast Risks, and Audit Every Answer — With Full Data Lineage.</a:t>
            </a:r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endParaRPr sz="1800" dirty="0"/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r>
              <a:rPr sz="1800" dirty="0"/>
              <a:t>Track: Track 4 — Data &amp; Intelligence</a:t>
            </a:r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r>
              <a:rPr sz="1800" dirty="0"/>
              <a:t>Hackathon: AI Agent Olympics 2026 — lablab.ai</a:t>
            </a:r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r>
              <a:rPr sz="1800" dirty="0"/>
              <a:t>Team Members:</a:t>
            </a:r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r>
              <a:rPr sz="1800" dirty="0"/>
              <a:t>  - Hafiz Abdul Rehman</a:t>
            </a:r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r>
              <a:rPr sz="1800" dirty="0"/>
              <a:t>  - Meer Hamza</a:t>
            </a:r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r>
              <a:rPr sz="1800" dirty="0"/>
              <a:t>  - </a:t>
            </a:r>
            <a:r>
              <a:rPr sz="1800" dirty="0" err="1"/>
              <a:t>Sayyam</a:t>
            </a:r>
            <a:r>
              <a:rPr sz="1800" dirty="0"/>
              <a:t> Akram</a:t>
            </a:r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endParaRPr sz="1800" dirty="0"/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r>
              <a:rPr sz="1800" dirty="0"/>
              <a:t>Live App: </a:t>
            </a:r>
            <a:r>
              <a:rPr sz="1800" dirty="0" err="1"/>
              <a:t>neuralnexus-omega.vercel.app</a:t>
            </a:r>
            <a:endParaRPr sz="1800" dirty="0"/>
          </a:p>
          <a:p>
            <a:pPr>
              <a:defRPr sz="2400">
                <a:solidFill>
                  <a:srgbClr val="28323C"/>
                </a:solidFill>
                <a:latin typeface="Georgia"/>
              </a:defRPr>
            </a:pPr>
            <a:r>
              <a:rPr sz="1800" dirty="0"/>
              <a:t>GitHub: github.com/Abdul-</a:t>
            </a:r>
            <a:r>
              <a:rPr sz="1800" dirty="0" err="1"/>
              <a:t>Insighht</a:t>
            </a:r>
            <a:r>
              <a:rPr sz="1800" dirty="0"/>
              <a:t>/</a:t>
            </a:r>
            <a:r>
              <a:rPr sz="1800" dirty="0" err="1"/>
              <a:t>neuralnexus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The Problem: $12.9M Lost Annually to Poor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rPr dirty="0"/>
              <a:t>• Data Silos: Financial data lives across 5–15 disconnected systems.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rPr dirty="0"/>
              <a:t>• Silent Contradictions: E.g., Sales DB vs Financial Report. No one catches it until audit.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rPr dirty="0"/>
              <a:t>• Reactive Analysis: Teams spend 80% finding problems, not solving them.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rPr dirty="0"/>
              <a:t>• Zero Traceability: Hard to trace numbers back to sources.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rPr dirty="0"/>
              <a:t>• Unaudited AI Answers: Chat tools give answers without citing sources or uncertainty.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endParaRPr dirty="0"/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rPr dirty="0"/>
              <a:t>Result: Erroneous decisions, compliance violations, regulatory fines.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Track 4 Alignment — Data &amp;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How NeuralNexus Addresses Track 4: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RAG over multi-source data: Temporal Vector Store with Gemini Embeddings over federated data.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AI-powered data validation: ValidatorAgent runs autonomous anomaly scans (Z-score, IQR).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Analytics agents for natural language querying: OrchestratorAgent with real-time streaming.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Anomaly detection and forecasting: ValidatorAgent (stats) + ForecasterAgent (trends, risks).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Knowledge graph extraction: DynamicKnowledgeGraph auto-extracts entities with contradiction edges.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Our Solution: An Autonomous Intelligence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NeuralNexus is an autonomous multi-agent intelligence fabric that: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1. Federates data from any format (CSV, Excel, JSON, PDF, Images).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2. Automatically detects contradictions across all sources.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3. Reconciles conflicts using AI reasoning with trust-weighted analysis.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4. Forecasts trends and risks before they become problems.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5. Audits every AI answer for accuracy, completeness, and bias.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6. Traces every fact back to its exact source, row, and column.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endParaRPr/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It watches your data 24/7, catches what humans miss, and proves every number it cites.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Multi-Agent Orchestration Pipeline: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OrchestratorAgent (The Brain): Routes, coordinates, synthesizes.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ValidatorAgent (The Watchdog): Scans for anomalies and drift.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ReconcilerAgent (The Judge): Resolves cross-source conflicts.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ForecasterAgent (The Oracle): Predicts trends and risks.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CriticAgent (The Auditor): QA review before user sees the answer.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Core Infrastructure: Knowledge Graph, Vector Store, Lineage Tracker.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The 5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1. OrchestratorAgent: Central coordinator, routes queries, streams NDJSON real-time.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2. ValidatorAgent: Anomaly detection (Z-Score, IQR, temporal drift, sudden spikes).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3. ReconcilerAgent: Resolves contradictions using trust-weighted analysis.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4. ForecasterAgent: Predictive intelligence, trend direction, seasonality, risk scoring.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5. CriticAgent: Quality assurance gate. Scores Accuracy, Completeness, Actionability. Adds caveats.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Core Infrastructure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Data Federation Hub: Multi-format ingestion, auto-schema inference, data fingerprinting.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Data Quality Scorer: Completeness, Consistency, Timeliness. Grades A-F.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Contradiction Detector: Structured vs Structured, Structured vs Text, Text vs Text.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Data Lineage Tracker: Full provenance for every fact (row, column, transform step).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Dynamic Knowledge Graph: Entities and temporal/contradiction edges via PyVis.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Temporal Vector Store: Semantic search with recency-weighted retrieval.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User Interface — Dashboard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Intelligence Query: Chat interface with real-time streaming, citations, and confidence scores.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Quality Dashboard: Visual breakdown of quality grades (A-F) and actionable issues.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Contradictions: Lists detected conflicts with severity, entity, and exact values.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Proactive Insights: AI-generated risk briefings without user prompting.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Knowledge Graph: Interactive visual graph showing entity relationships.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Data Lineage: Full audit trail for every fact.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Gemini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Gemini 2.5 Flash Lite: Fast, low-latency reasoning for all 5 agents.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Gemini Embedding-2 (768-dim): For semantic search in Vector Store.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Gemini Multimodal Vision: For PDF and Image content extraction.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Real-Time Streaming: Uses Gemini stream=True API for token-by-token UI feedback.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Rate Limiting: Thread-safe global limiter prevents quota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Business Value &amp; Market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Target Industries: Finance &amp; Banking, Healthcare, Supply Chain, Gov/Compliance, M&amp;A.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Total Addressable Market (TAM): $15.8B (Enterprise Data Quality Management).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Serviceable Addressable Market (SAM): $4.2B (AI Data Reconciliation).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Revenue Streams: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  1. SaaS Subscription (per-user/per-source)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  2. Enterprise API Licensing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  3. Compliance audit trail exports.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Originality &amp; USP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What Makes NeuralNexus Different?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ChatGPT: General Q&amp;A, but no multi-source data, contradiction detection, or lineage.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Tableau / BI Tools: Manual data prep, no AI reasoning or auto-reconciliation.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Informatica / Talend: Expensive, no natural language interface.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NeuralNexus USP: The only tool combining multi-source federation, autonomous contradiction detection, AI reconciliation, answer auditing, and full data lineage in a single fabric.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Future Roadmap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Phase 1 (Current): MVP with 5 agents, deployed on Vercel + Render.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Phase 2: Multi-tenant support, user auth, RBAC.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Phase 3: Real-time database connectors (PostgreSQL, Snowflake).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Phase 4: Enterprise Lobster Trap integration for AI governance.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Phase 5: Custom agent marketplace.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Scalability: Stateless agents scale horizontally. Swap Flash Lite for Pro for higher reasoning tasks.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Backend: Python 3.13, FastAPI, Uvicorn, Google Gemini API, Pandas, NumPy, NetworkX, PyVis, FAISS, PyMuPDF, Pydantic.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Frontend: React 18, Vite, Vanilla CSS (Bookish theme), Fetch Streams API.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DevOps: Vercel (Frontend), Render (Backend), GitHub, dotenv.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1. Open App: neuralnexus-omega.vercel.app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2. Init Demo Data: Loads 5 enterprise sources.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3. Analyze: Runs full pipeline (quality, anomalies, KG).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4. Query: Ask a question, watch real-time stream with citations.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5. Dashboards: View Quality, Contradictions, Insights, Knowledge Graph, and Data Lineage.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832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NeuralNexus Solves a $12.9B Problem: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5 Autonomous AI Agents working together.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Real-time streaming for instant feedback.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Automatic contradiction detection &amp; AI reconciliation.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Proactive insights and full data lineage.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• Production ready on Vercel + Render.</a:t>
            </a:r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endParaRPr/>
          </a:p>
          <a:p>
            <a:pPr>
              <a:defRPr sz="1800">
                <a:solidFill>
                  <a:srgbClr val="28323C"/>
                </a:solidFill>
                <a:latin typeface="Georgia"/>
              </a:defRPr>
            </a:pPr>
            <a:r>
              <a:t>NeuralNexus doesn't just answer questions — it questions the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1213</Words>
  <Application>Microsoft Office PowerPoint</Application>
  <PresentationFormat>On-screen Show (4:3)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NeuralNexus Autonomous Financial Intelligence Fabric</vt:lpstr>
      <vt:lpstr>The Problem: $12.9M Lost Annually to Poor Data</vt:lpstr>
      <vt:lpstr>Track 4 Alignment — Data &amp; Intelligence</vt:lpstr>
      <vt:lpstr>Our Solution: An Autonomous Intelligence Fabric</vt:lpstr>
      <vt:lpstr>System Architecture</vt:lpstr>
      <vt:lpstr>The 5 AI Agents</vt:lpstr>
      <vt:lpstr>Core Infrastructure Modules</vt:lpstr>
      <vt:lpstr>User Interface — Dashboard Modules</vt:lpstr>
      <vt:lpstr>Gemini Integration</vt:lpstr>
      <vt:lpstr>Business Value &amp; Market Scope</vt:lpstr>
      <vt:lpstr>Originality &amp; USP</vt:lpstr>
      <vt:lpstr>Future Roadmap &amp; Scalability</vt:lpstr>
      <vt:lpstr>Tools &amp; Technologies</vt:lpstr>
      <vt:lpstr>Live Demo Flow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Hafiz Abdul Rehman</cp:lastModifiedBy>
  <cp:revision>2</cp:revision>
  <dcterms:created xsi:type="dcterms:W3CDTF">2013-01-27T09:14:16Z</dcterms:created>
  <dcterms:modified xsi:type="dcterms:W3CDTF">2026-05-17T17:25:00Z</dcterms:modified>
  <cp:category/>
</cp:coreProperties>
</file>